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Final project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Computer information and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tecno</a:t>
            </a:r>
            <a:r>
              <a:rPr lang="en-US" dirty="0" err="1" smtClean="0"/>
              <a:t>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78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443942"/>
            <a:ext cx="4973293" cy="3374966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My Resume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resume highlights teaching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experience,education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skills in classroom management.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If reflects her passion for engaging students and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improving their 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learning outco</a:t>
            </a:r>
            <a:r>
              <a:rPr lang="en-US" sz="1000" dirty="0" smtClean="0"/>
              <a:t>mes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827" y="2052638"/>
            <a:ext cx="4101083" cy="4195762"/>
          </a:xfrm>
        </p:spPr>
      </p:pic>
    </p:spTree>
    <p:extLst>
      <p:ext uri="{BB962C8B-B14F-4D97-AF65-F5344CB8AC3E}">
        <p14:creationId xmlns:p14="http://schemas.microsoft.com/office/powerpoint/2010/main" val="323009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618510"/>
            <a:ext cx="5255925" cy="1837112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Sum in Excel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 sum function in excel used to quickly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add up number in range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5674" y="1812175"/>
            <a:ext cx="4205605" cy="389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7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52" y="2560320"/>
            <a:ext cx="5620011" cy="1787236"/>
          </a:xfrm>
        </p:spPr>
        <p:txBody>
          <a:bodyPr/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Conditional formatting</a:t>
            </a:r>
            <a:b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highlights cells based on specific 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rules or condition.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6356" y="1504604"/>
            <a:ext cx="3874106" cy="408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9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825" y="2576945"/>
            <a:ext cx="5436438" cy="1629295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validation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controls the type of data or value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entered into a cell.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745" y="1770611"/>
            <a:ext cx="5112328" cy="360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7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837" y="2086495"/>
            <a:ext cx="4954386" cy="2061556"/>
          </a:xfrm>
        </p:spPr>
        <p:txBody>
          <a:bodyPr/>
          <a:lstStyle/>
          <a:p>
            <a:pPr algn="ctr"/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Vlookup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in excel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is used to find and retrieve data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fram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 specific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colume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in a table.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799" y="1487978"/>
            <a:ext cx="5544589" cy="357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8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980" y="1928552"/>
            <a:ext cx="5289175" cy="1712423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If statement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checks a condition and returns one value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if true and another is false</a:t>
            </a:r>
            <a:r>
              <a:rPr lang="en-US" sz="1600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0225" y="1271847"/>
            <a:ext cx="5120640" cy="377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6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060" y="2169621"/>
            <a:ext cx="5729751" cy="1961805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Chart in excel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chart in excel represent data for easy understanding</a:t>
            </a:r>
            <a:b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they help identify trends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patterns quickly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3367" y="1413165"/>
            <a:ext cx="3322241" cy="42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2468880"/>
            <a:ext cx="5496994" cy="1695796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Pivot table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pivot table summarize and analyze large amounts of data they help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organize,group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and compare information easily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4997" y="1978430"/>
            <a:ext cx="3833624" cy="354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36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</TotalTime>
  <Words>25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Final project </vt:lpstr>
      <vt:lpstr>My Resume   This resume highlights teaching experience,education and skills in classroom management. If reflects her passion for engaging students and improving their learning outcomes</vt:lpstr>
      <vt:lpstr>Sum in Excel the sum function in excel used to quickly add up number in range</vt:lpstr>
      <vt:lpstr>Conditional formatting highlights cells based on specific  rules or condition.</vt:lpstr>
      <vt:lpstr>Data validation controls the type of data or value entered into a cell.</vt:lpstr>
      <vt:lpstr>Vlookup in excel is used to find and retrieve data fram a specific colume in a table.</vt:lpstr>
      <vt:lpstr>If statement  checks a condition and returns one value if true and another is false. </vt:lpstr>
      <vt:lpstr>Chart in excel chart in excel represent data for easy understanding they help identify trends patterns quickly.</vt:lpstr>
      <vt:lpstr>Pivot table  pivot table summarize and analyze large amounts of data they help organize,group and compare information easily.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BQ1</dc:creator>
  <cp:lastModifiedBy>BQ1</cp:lastModifiedBy>
  <cp:revision>6</cp:revision>
  <dcterms:created xsi:type="dcterms:W3CDTF">2025-09-21T09:24:18Z</dcterms:created>
  <dcterms:modified xsi:type="dcterms:W3CDTF">2025-09-21T10:16:59Z</dcterms:modified>
</cp:coreProperties>
</file>